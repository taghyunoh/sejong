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libri"/>
              </a:rPr>
              <a:t>개인 혈당데이터 분석용 RAG 기반 AI 상담 챗봇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808690"/>
                </a:solidFill>
                <a:latin typeface="Calibri"/>
              </a:rPr>
              <a:t>컴퓨터프로그램저작물 등록 첨부자료 — 소스코드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프로그램의 명칭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개인 혈당데이터 분석용 RAG 기반 AI 상담 챗봇 (Sejong AI Glucose Chatbot)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734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주요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734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RAG(검색증강생성) 구조의 혈당 상담 챗봇 — ①질의로 혈당 지식베이스를 검색(Retrieval)해 근거가 있으면 그 내용으로 응답 ②없으면 이용자의 혈당 분석 결과(유형 판정·연령별 관리목표·주의 음식·추천 운동)를 프롬프트에 결합(Augmentation) ③생성형 AI가 상담 문장을 생성(Generation)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881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개발 언어 및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8881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Java 17 (Spring Framework) · JavaScript · JSP · 생성형 AI API(Google Gemini generateContent)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7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설계상의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79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검색 단계는 자체 구축 혈당 지식베이스에 대한 키워드 가중치 매칭으로 구현해 외부 벡터 DB 없이 동작한다. 수치 계산·판정은 프로그램이 수행하고 생성형 AI에는 수치를 전달하지 않으며 정성적 표현만 결합한다.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5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본 문서의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5175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챗봇 모듈 소스 중 주요 기능 8개 부분 발췌 (질의 처리·검색·증강·생성 각 단계와 지식베이스)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1236"/>
            <a:ext cx="5455767" cy="29489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22676"/>
            <a:ext cx="5272887" cy="2766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질의 접수 및 검색결과 증강 프롬프트 구성 — Augmentation (서버)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"/blood/chatAsk.do", method = RequestMethod.POST)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chatAsk(HttpSession session, @RequestBody HashMap&lt;String, Object&gt; params)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ResponseObject json = new ResponseObject();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q = params != null &amp;&amp; params.get("q") != null ? params.get("q").toString().trim() :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"질문이 비어 있습니다.";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프롬프트 인젝션/과금 폭증 방지를 위한 길이 제한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(q.length() &gt; 500) q = q.substring(0, 500);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(geminiKey == null || geminiKey.isEmpty() || geminiKey.startsWith("YOUR_")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|| geminiUrl == null || geminiUrl.isEmpty())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═══ 프롬프트 — 기획 「AI 응답 Sample」(3차 전달자료_AI, 2026-08-13) 반영 ═══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3031236"/>
            <a:ext cx="5455767" cy="29489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3122676"/>
            <a:ext cx="5272887" cy="2766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질의 접수 및 검색결과 증강 프롬프트 구성 — Augmentation (서버)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★수치·유형 판정은 **화면(기존 자료)** 이 하고, LLM 은 **문장만** 만든다.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ctx 에 TIR/TAR/TBR/CV 원값과 우리가 판정한 유형이 실려 온다(_chatCtxText).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⚠LLM 에 판정을 맡기면 같은 수치에 다른 유형이 나온다 — 그래서 「다시 계산하지 말라」고 못박는다.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★답변 골격 = 기획안의 3단계 : ①현재 상태 → ②이유/피드백 → ③유지·개선 행동.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원본 샘플이 그 구조일 때 "사용자가 즉시 이해하고 행동하기에 가장 효과적"이라고 결론냈다.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systemInstruction 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"너는 당뇨/혈당 관리를 돕는 친절한 한국어 건강 도우미야.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"사용자는 연속혈당측정(CGM)을 사용하는 환자야.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의학적 진단이 아니라 일반적인 생활관리 참고용이며, 심한 고혈당·저혈당이나 이상 증상은 반드시 담당 의사와 상담하라고 안내해.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100자 내외로 짧게, 줄바꿈은 &lt;br&gt; 태그로 표기해.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"혈당 상태에 대한 질문이면 현재 상태 → 그렇게 보는 이유 → 지금 할 행동 순서로 각각 한 문장씩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"번호(①②③)나 머리기호 없이 자연스러운 문장으로만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"아래 참고 정보는 앱이 이미 계산해 화면에 보여준 판정이야. 다시 계산하거나 바꾸지 말고 그대로 근거로 삼아.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"숫자·퍼센트·지표 이름(TIR/TAR/TBR/CV)은 답변에 쓰지 마 — 수치는 사용자 화면 표가 이미 보여주고 있어. 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혈당데이터 분석용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질의 접수 및 검색결과 증강 프롬프트 구성 — Augmentation (서버)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"판정유형별 방향 — 우수: 현재 식사·운동 유지를 격려 / 고혈당형: 식사량·탄수화물 비율 조절과 식후 걷기 /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"저혈당형: 공복 운동 회피, 운동 전후 혈당 확인, 식사 거르지 않기 / 변동형: 식사·운동 시간을 일정하게.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try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answer = callGemini(systemInstruction, 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(answer == null || answer.trim().isEmpty())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"LLM 응답 없음";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json.Data = answer.trim();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log.error("chatAsk ERROR: " + e.getMessage(), 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json.Message = "LLM 호출 오류";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 결합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egovframework.sejong.util.CgmTarget t = egovframework.sejong.util.CgmTarget.of(age, type);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StringBuilder who = new StringBuilder("이 사용자에게 적용되는 관리 목표는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who.append("TIR ").append(t.tir).append("% 이상, TAR ").append(t.tar).append("% 미만, TBR ").append(t.tbr).append("% 미만")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.append(" (").append(t.name).append(") 이야. 이 목표를 기준으로 말해.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/* ★단정적인 말투를 쓰지 않게 — 이 앱은 진단을 하는 곳이 아니다.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who.append("상태를 단정하지 말고 '~일 수 있어요', '~ 편이 좋습니다' 처럼 부드럽게 말해. ");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 결합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who.toString();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log.warn("userProfileForPrompt 실패(무시하고 진행): {}", e.getMessage());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연령·당뇨 유형별 혈당관리 목표 기준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src/main/java/egovframework/sejong/util/CgmTarget.java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나이·당뇨 유형에 맞는 기준. 값이 없으면(null) 일반 기준.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static CgmTarget of(Integer age, String typeName)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(typeName != null &amp;&amp; typeName.startsWith("임신성"))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CgmTarget("임신 중 기준", 70, 25, 4,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"임신 중에는 목표 범위가 63~140 mg/dL 로 더 좁습니다. 이 화면의 수치는 70~180 기준이라 담당 의사와 함께 확인해 주세요.");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(age != null &amp;&amp; age &gt;= 65)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CgmTarget("고령 기준", 50, 50, 1,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"나이를 고려해 저혈당을 더 엄격히, 고혈당은 조금 느슨하게 봅니다.");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new CgmTarget("일반 기준", 70, 25, 4, "");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Generation 요청·응답 파싱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genCfg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genCfg.addProperty("temperature", 0.4);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추론 토큰도 maxOutputTokens 를 함께 소모하므로 넉넉히 잡는다.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(1024 로 두면 추론에 900+ 를 써버려 답변이 잘림 = finishReason:MAX_TOKENS)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genCfg.addProperty("maxOutputTokens", 2048);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thinking(추론) 최소화 — 단순 건강 Q&amp;A 라 깊은 추론이 불필요.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※ gemini-flash-latest 별칭이 Gemini 3 계열(gemini-3.6-flash)로 바뀌면서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혈당데이터 분석용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Generation 요청·응답 파싱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기존 thinkingBudget:0 은 400 INVALID_ARGUMENT 로 거부된다(추론 완전 비활성 불가).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Gemini 3 부터는 thinkingLevel("low"/"high") 을 사용한다.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thinkingCfg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thinkingCfg.addProperty("thinkingLevel", "low");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genCfg.add("thinkingConfig", thinkingCfg);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reqBody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reqBody.add("system_instruction", sysInstr);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reqBody.add("contents", contents);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reqBody.add("generationConfig", genCfg);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API 키는 헤더(x-goog-api-key)로 전달 (URL 쿼리 노출 방지)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URL url = new URL(geminiUrl);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HttpURLConnection conn = (HttpURLConnection) url.openConnection();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conn.setRequestMethod("POST");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conn.setRequestProperty("Content-Type", "application/json; 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conn.setRequestProperty("x-goog-api-key", geminiKey);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응답 파싱: candidates[0].content.parts[*].text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Gemini 3 는 parts 에 추론 전용 조각(text 없이 thoughtSignature 만)이 섞여 올 수 있어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parts[0] 만 보면 null 이 되므로 text 가 있는 조각을 모두 이어붙인다.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root = gson.fromJson(sb.toString(), JsonObject.class);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candidates = root.getAsJsonArray("candidates");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(candidates == null || candidates.size()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 = candidates.get(0).getAsJsonObject();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candContent = cand.getAsJsonObject("content");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(candContent == null)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parts = candContent.getAsJsonArray("parts");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(parts == null || parts.size()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text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for (int i = 0; i &lt; parts.size(); i++) {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Generation 요청·응답 파싱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JsonElement textEl = parts.get(i).getAsJsonObject().get("text");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(textEl != null &amp;&amp; !textEl.isJsonNull()) text.append(textEl.getAsString());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질의 처리 흐름 — 검색 적중 시 즉답, 미적중 시 생성형 AI (화면)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sendChat(){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(_chatBusy) return;                 // [2026-08-05] 답변 대기 중 중복 전송 차단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input = document.getElementById('chatInput');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q = (input.value || '').trim(); if(!q)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input.value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직접 입력으로 다른 질문을 하면 질문칩 잠금 해제(같은 칩을 다시 쓸 수 있게)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(q !== _lastQuickQ) _lastQuickQ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_addMsg(q,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① 로컬 키워드/데이터 즉답 (blood_qa.js 매칭 + 화면 지표 기반)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local = _chatResponse(q);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(local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_chatBusy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setTimeout(function(){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_addMsg(local, false); _chatBusy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/* [2026-08-13] "내 최고혈당 관련 운동, 식사 가이드"처럼 수치+가이드를 함께 물으면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수치 즉답으로 끝내지 않고 LLM 가이드 답변을 이어붙인다(사용자 지적).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화면의 주의음식·추천운동 TOP3 도 참고자료로 함께 넘긴다.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(_chatLLMFollow) { _chatLLMFollow = false; _askLLM(q, _chatGuideCtx());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}, 280);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AI 참고자료 생성 및 혈당 유형 4분류 자동 판정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_chatCtxText(){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tir = _metricNum('tir'), tar = _metricNum('tar'), tbr = _metricNum('tbr'), cv = _metricNum('cv');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혈당데이터 분석용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AI 참고자료 생성 및 혈당 유형 4분류 자동 판정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 &amp;&amp; cv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parts = [];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null) parts.push(tir &gt;= 70 ? '목표범위 유지 양호' : (tir &gt;= 50 ? '목표범위 유지 다소 부족' : '목표범위 유지 낮음'));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null) parts.push(tar &gt;= 25 ? '고혈당 시간 김'     : (tar &gt;= 10 ? '고혈당 시간 다소 있음'   : '고혈당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null) parts.push(tbr &gt;= 4  ? '저혈당 반복'        : (tbr &gt;= 1  ? '저혈당 가끔'             : '저혈당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null) parts.push(cv  &gt; 36  ? '혈당 변동 큼'       : '혈당 변동 안정적');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_chatGlucoseType(tir, tar, tbr, cv);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parts.join(' / ') + (t ? (' / 판정유형 ' + t) : '');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혈당 유형 자동 판정 — 기획안 §「혈당 유형 자동 판정」 4유형.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★판정은 **우리가 한다**(대한당뇨병학회 CGM 기준: TIR≥70·TAR&lt;25·TBR&lt;4·CV≤36).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LLM 에 맡기면 같은 수치에 다른 유형이 나올 수 있다 — 수치·판정은 기존 자료, 문장만 AI.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_chatGlucoseType(tir, tar, tbr, cv){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 &amp;&amp; tbr &gt;= 4)  return '저혈당형';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 &amp;&amp; tar &gt;= 25) return '고혈당형';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 &amp;&amp; cv  &gt; 36)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 &amp;&amp; tir &gt;= 70) return '우수';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지식베이스 검색 — Retrieval (키워드 가중치 점수제)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bestItem = null, bestScore = 0, bestMaxLen = 0, secondScore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for (var i = 0; i &lt; BLOOD_QA.length; i++)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item = BLOOD_QA[i];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(!item || !item.kw) continue;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지식베이스 검색 — Retrieval (키워드 가중치 점수제)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score = 0, maxLen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for (var j = 0; j &lt; item.kw.length; j++)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var kw = String(item.kw[j]).toLowerCase();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(kw &amp;&amp; q.indexOf(kw) !== -1)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score +=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if (kw.length &gt; maxLen) maxLen 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(score &gt; bestScore)        { secondScore = bestScore; bestItem = item; bestScore = score; bestMaxLen = maxLen;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else if (score &gt; secondScore) { secondScore = score;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(bestItem &amp;&amp; bestMaxLen &gt;= 2 &amp;&amp; bestScore &gt;= secondScore + 2)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bestItem.a;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⑧ 혈당 지식베이스(Knowledge Base) 자료 구조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src/main/webapp/asset/js/blood_qa.js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=====================================================================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혈당 Q&amp;A 지식베이스 (데이터)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---------------------------------------------------------------------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새 질문/답변을 추가하려면 아래 BLOOD_QA 배열에 항목만 추가하세요.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(소스 로직 수정 불필요 — 이 파일만 편집)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형식:  { kw: ['키워드1','키워드2', ...], a: '답변 HTML'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kw : 질문에 이 키워드 중 하나라도 포함되면 매칭 (대소문자 무시)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a  : 표시할 답변 (HTML 허용, 줄바꿈은 &lt;br&gt;)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위에 있는 항목이 먼저 매칭됩니다. 더 구체적인 항목을 위쪽에 두세요.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영문 키워드는 소문자로 작성하세요 (예: 'hba1c').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"오늘 평균/최고/최저/추이" 같은 데이터 계산형 답변은 코드(_chatResponse)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에서 처리하므로 여기에 넣지 않습니다.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=====================================================================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var BLOOD_QA =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14416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808690"/>
                </a:solidFill>
                <a:latin typeface="Calibri"/>
              </a:rPr>
              <a:t>※ 각 코드 왼쪽 번호는 해당 파일 내 실제 줄번호이며, 가독성을 위해 발췌 구간의 공통 들여쓰기만 제거하였다. 인증키 등 비밀값은 소스에 포함되지 않고 실행 환경의 환경변수로 주입된다.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
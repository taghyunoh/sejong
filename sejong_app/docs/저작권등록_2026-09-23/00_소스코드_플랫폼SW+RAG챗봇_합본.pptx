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Calibri"/>
              </a:rPr>
              <a:t>혈당관리 플랫폼 S/W · RAG 기반 AI 상담 챗봇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808690"/>
                </a:solidFill>
                <a:latin typeface="Calibri"/>
              </a:rPr>
              <a:t>컴퓨터프로그램저작물 등록 첨부자료 — 소스코드 (발췌)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등록 대상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2건 — ① 개인 맞춤형 혈당관리 플랫폼 소프트웨어(B2B용) ② 개인 혈당데이터 분석용 RAG 기반 AI 상담 챗봇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7340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① 플랫폼 S/W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77340"/>
            <a:ext cx="9402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연속혈당측정(CGM) 기기 연동 및 혈당 자료 수집 · 혈당 지표(TIR/TAR/TBR/CV/GMI) 산출과 도표 표시 · 식사·운동 기록과 혈당 연관 분석 · 회원 인증 및 개인 의료정보 관리 · PWA 설치형 모바일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8819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② RAG 챗봇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988819"/>
            <a:ext cx="9402775" cy="4800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RAG(검색증강생성) 구조 — ①질의로 혈당 지식베이스를 검색(Retrieval)해 근거가 있으면 그 내용으로 응답 ②없으면 이용자의 혈당 분석 결과(유형 판정·연령별 관리목표·주의 음식·추천 운동)를 프롬프트에 결합(Augmentation) ③생성형 AI가 상담 문장을 생성(Generation). 검색은 자체 구축 지식베이스의 키워드 가중치 매칭으로 구현해 외부 벡터 DB 없이 동작한다.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개발 언어 및 환경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560320"/>
            <a:ext cx="9402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Java 17 (Spring Framework / 전자정부표준프레임워크) · JSP · JavaScript · MyBatis SQL(MySQL) · HTML5/CSS3 · Apache Tomcat 9 · 생성형 AI API(Google Gemini generateContent)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전체 소스 분량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71800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약 33,800줄 (서드파티 라이브러리 및 KISA 제공 암호모듈 제외)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23260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본 문서의 범위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223260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제1부 = 플랫폼 주요 기능 6개 부분, 제2부 = 챗봇 주요 기능 8개 부분 발췌. AI 챗봇은 플랫폼에 포함되어 동작하며, 제2부에서 모듈 단위로 따로 보인다.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02736"/>
            <a:ext cx="5455767" cy="2377440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694176"/>
            <a:ext cx="5272887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■ 제1부  개인 맞춤형 혈당관리 플랫폼 소프트웨어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① 로그인 세션 검사·만료 처리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src/main/java/egovframework/sejong/util/SessionCheckInterceptor.java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/** 로그인 전(비인증) 접근이 허용되어야 하는 엔드포인트 목록. 로그인/회원가입/약관/자동로그인 흐름 전체.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private static final Set&lt;String&gt; PUBLIC_URIS = new HashSet&lt;&gt;(Arrays.asList(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"/index.do",        // 진입점(세션 유무에 따라 login/main 으로 분기)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"/loginPage.do",    // 로그인 화면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"/sendSensApi.do",  // 인증문자 발송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"/loginCheck.do",   // 인증번호 확인(세션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"/autoLogin.do",    // 자동로그인(세션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"/registerUser.do", // 회원가입(세션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"/updateUser.do",   // 가입 흐름 중 회원정보 갱신(세션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"/User.do",         // 가입 흐름 중 전화번호 존재 확인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"/testUser.do",     // 테스트/간편 로그인(세션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"/testUser2.do",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3602736"/>
            <a:ext cx="5455767" cy="2377440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447" y="3694176"/>
            <a:ext cx="5272887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① 로그인 세션 검사·만료 처리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src/main/java/egovframework/sejong/util/SessionCheckInterceptor.java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"/testUser3.do",    // 카카오 이메일 로그인(세션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"/callback.do",     // 구글 OAuth 콜백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"/getSignList.do",  // 로그인 화면 약관 조회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"/alldelete.do",    // 로그인 화면 회원탈퇴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"/sampleAjax.do"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// 공개 URL 은 세션 검사 없이 통과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(PUBLIC_URIS.contains(path))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true;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HttpSession session = request.getSession(false);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Object user = (session == null) ? null : session.getAttribute("user");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(user != null)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true; // 로그인 상태 → 통과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혈당관리 플랫폼 S/W · RAG 기반 AI 상담 챗봇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52669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5084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① 로그인 세션 검사·만료 처리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src/main/java/egovframework/sejong/util/SessionCheckInterceptor.java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// 세션 만료/미로그인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(isAjax(request))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response.setStatus(HttpServletResponse.SC_UNAUTHORIZED); // 401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response.setContentType("application/json;charset=UTF-8");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response.getWriter().write(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    "{\"IsSucceed\":false,\"sessionExpired\":true,"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    + "\"Message\":\"세션이 만료되었습니다. 다시 로그인해 주세요.\"}");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response.getWriter().flush();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 else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response.sendRedirect(ctx + "/loginPage.do");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② 연속혈당(CGM) 자료 수집 — 외부 기기 연동 및 토큰 자동 갱신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@RequestMapping(value = "/getBloodData.do", method = RequestMethod.GET)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@ResponseBody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public ResponseObject getBloodData(HttpSession session,@RequestParam String start, @RequestParam String end, @RequestParam String accessToken 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        , @RequestParam String goTokenUrl)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369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[2026-07-11] 서버측 자동 갱신: access token 만료(401/403)면 refresh_token 으로 재발급 후 1회 재시도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(sejong-web 방식 이식 — 클라이언트 refresh 루프/재로그인 없이 투명하게 갱신)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(responseCode == 401 || responseCode == 403)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String refTok = bloodService.refreshToken(user.getUserUuid());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String newAcc = (refTok != null &amp;&amp; !refTok.isEmpty()) ? refreshAndSaveToken(user.getUserUuid(), refTok) : null;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(newAcc == null) { json.IsSucceed = false; json.Data = "REAUTH"; return json; }  // refresh 토큰도 만료 → 재연동 필요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connection = (HttpURLConnection) new URL(tokenUrl + "?" + query).openConnection();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connection.setConnectTimeout(5000); connection.setReadTimeout(8000);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connection.setRequestMethod("GET");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connection.setRequestProperty("Authorization", "Bearer " + newAcc);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responseCode = connection.getResponseCode();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System.out.println("Response Code(refresh): " + responseCode);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52669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5084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② 연속혈당(CGM) 자료 수집 — 외부 기기 연동 및 토큰 자동 갱신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InputStream cgmIn = (responseCode &gt;= 200 &amp;&amp; responseCode &lt; 300) ? connection.getInputStream() : connection.getErrorStream();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BufferedReader in = new BufferedReader(new InputStreamReader(cgmIn));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StringBuilder response = new StringBuilder();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 inputLine;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while ((inputLine = in.readLine()) != null)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response.append(inputLine);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in.close();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(responseCode &lt; 200 || responseCode &gt;= 300) { json.IsSucceed = false; return json; }  // 갱신 후에도 실패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System.out.println("Blood Data Response: " + response.toString());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 jsonResponse = response.toString();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③ 혈당 통계 산출 — 고·저혈당 발생 시간대 상위 3구간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src/main/resources/egovframework/sqlmap/mapper/Blood_SQL.xml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WITH RECURSIVE hours AS (         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SELECT 0 AS h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UNION ALL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SELECT h + 1 FROM hours WHERE h &lt; 23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),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win AS (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SELECT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CONCAT(LPAD(h,2,'0'), ':00~', LPAD(h+1,2,'0'), ':00') AS win,  -- 예: 08:00~09:00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h AS sort,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SUM(CASE WHEN t.UPT_VALUE &gt; 0 AND t.UPT_VALUE &lt; 70  AND HOUR(t.CGM_DTM) = h THEN 1 ELSE 0 END) AS hypo_cnt,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SUM(CASE WHEN                     t.UPT_VALUE &gt; 180 AND HOUR(t.CGM_DTM) = h THEN 1 ELSE 0 END) AS hyper_cnt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FROM hours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LEFT JOIN T_BLDINF_TRAN 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ON  t.USER_UUID = #{userId}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AND t.CGM_DTM &gt;= CONCAT(#{start}, ' 00:00:00')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AND t.CGM_DTM &lt;  DATE_ADD(#{end}, INTERVAL 1 DAY)    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AND t.UPT_VALUE &gt; 0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AND HOUR(t.CGM_DTM) = h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GROUP BY h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)    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SELECT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IFNULL((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혈당관리 플랫폼 S/W · RAG 기반 AI 상담 챗봇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52669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5084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③ 혈당 통계 산출 — 고·저혈당 발생 시간대 상위 3구간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src/main/resources/egovframework/sqlmap/mapper/Blood_SQL.xml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SELECT GROUP_CONCAT(win ORDER BY sort ASC SEPARATOR ' , ')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FROM (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SELECT win, sort, hypo_cnt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FROM win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WHERE hypo_cnt &gt;= 1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ORDER BY hypo_cnt DESC, sort ASC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LIMIT 3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) s1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④ 혈당 변화 화살표 — 직전 측정값 대비 연속 각도 표시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src/main/webapp/WEB-INF/jsp/main/FAHR_00.jsp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886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①「화살표 방향 수정」(↗ 인데 옆 숫자는 -2 였다) ②「직관적으로 · 사용자한테 설명해야 하는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887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변수는 배제」 두 지적을 함께 반영한 결과 —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· 근거는 **바로 옆 두 수치의 차이(point)** 하나뿐. 분당 변화율(mg/dL/분)·30분 추세처럼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화면에 없는 값은 쓰지 않는다. **보고 있는 숫자가 곧 화살표**라 설명이 필요 없다.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· 오르면 위(↗·↑) · 내리면 아래(↘·↓) · 그대로면 수평(→). 색은 숫자와 같은 _dirColor.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· 기울기는 단계 없이 이어진다 : 0=수평 · ±ARROW_FULL 이상=수직. 이 상수 하나로 조절.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※하단 '현재 혈당 변화' 상태·설명문은 **설명서의 「지난 30분」 기준 그대로**(applyTrend30).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const arrowEl = document.getElementById('bloodArrow');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(arrowEl)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const ARROW_FULL = 10;                      // 직전 5분에 ±10 mg/dL 이면 수직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let _r = _hasBoth ? (point / ARROW_FULL) : 0;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(_r &gt; 1) _r = 1; else if (_r &lt; -1) _r = -1;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const _deg = -(_r * 90);                    // 0=수평(→) · -90=위(↑) · +90=아래(↓)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arrowEl.textContent = _hasBoth ? '→' : '=';  // 계산 불가는 '=' (수평 화살표는 '안정적'으로 읽힌다)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arrowEl.style.display = 'inline-block';      // transform 이 먹으려면 필요(기본 inline 이면 무시된다)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arrowEl.style.transition = 'transform .35s ease';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arrowEl.style.transform = 'rotate(' + _deg.toFixed(1) + 'deg)';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arrowEl.style.color = _hasBoth ? _dirColor : '#6c757d';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arrowEl.title = _hasBoth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? (point &gt; 0 ? '5분 전보다 ' + point + ' 높아졌습니다'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: point &lt; 0 ? '5분 전보다 ' + Math.abs(point) + ' 낮아졌습니다'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52669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5084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⑤ 무활동 1시간 자동 로그아웃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src/main/webapp/WEB-INF/tiles/main/header.jsp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(function(){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IDLE_MIN = 60;                       // 무활동 허용 시간(분) — web.xml session-timeout 과 같게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LIMIT = IDLE_MIN * 60 * 1000;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timer = null, last = 0, done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function ctx(){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try { return CommonUtil.getContextPath(); } catch(e){ return '';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function bye(){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(done) return; done = true;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/* 자동로그인을 꺼야 로그아웃이 유효하다 — 안 끄면 로그인 화면에서 곧바로 다시 들어온다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(login/main.jsp 의 logout() 주석과 같은 이유). 앱이 아니면 조용히 넘어간다.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try { callAndroid("f102", { phone: (window._userPhone || ''), autoYn:false, saveYn:true }); } catch(e){}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alert(IDLE_MIN + '분 동안 사용하지 않아 로그아웃되었습니다.\n다시 로그인해 주세요.');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var go = function(){ location.href = ctx() + '/loginPage.do'; };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try { CommonUtil.callAjax(ctx() + '/logout.do', 'POST', '', go); setTimeout(go, 1500); }  /* 응답이 없어도 나간다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catch(e){ go();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function reset(){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(done) return;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var now = +new Date();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(now - last &lt; 30000) return;        // 30초 안에 또 들어온 움직임은 흘린다(마우스·스크롤이 초당 수십 번 온다)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last = now;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(timer) clearTimeout(timer);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timer = setTimeout(bye, LIMIT);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/* 사람이 화면을 만졌다고 볼 수 있는 것들. capture 로 잡아 화면 어디서 눌러도 걸린다.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['click','keydown','touchstart','mousedown','mousemove','wheel','scroll','input'].forEach(function(ev){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document.addEventListener(ev, reset, true);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혈당관리 플랫폼 S/W · RAG 기반 AI 상담 챗봇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67963" y="1060704"/>
            <a:ext cx="5455767" cy="36667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59403" y="1152144"/>
            <a:ext cx="5272887" cy="34838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⑥ 식사등록 음식 검색 — 터치 기기 대응 목록 닫기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src/main/webapp/WEB-INF/jsp/main/food/foodMain.jsp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686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function outsideClose(e){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687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(e.target === inputName) return;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(listbox.contains(e.target)) return;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hideList();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document.addEventListener('pointerdown', outsideClose, true);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document.addEventListener('touchstart',  outsideClose, true);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document.addEventListener('mousedown',   outsideClose, true);   // 마우스 쓰는 PC 화면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 화면을 굴리면 닫는다 — 목록이 칸에 붙어 있어 굴리면 자리가 어긋난다(휴대폰에서 흔한 동작)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 굴리면 닫는다 — **연 직후 0.8초 안의 스크롤은 무시**(키보드가 올라오며 생기는 스크롤)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 ★[2026-08-21] **목록 자체를 굴리는 스크롤은 닫지 않는다** — capture 라 목록 안 스크롤에도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이 핸들러가 깨어나, 검색 결과를 굴리려는 순간 목록이 닫혔다(「검색 후 스크롤이 안 됩니다」).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페이지(다른 곳) 스크롤은 종전대로 닫는다 — 목록이 칸에서 떨어져 보이는 것을 막는 원래 목적.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window.addEventListener('scroll', function(e){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t = e.target;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 &amp;&amp; t.nodeType === 1 &amp;&amp; (t === listbox || listbox.contains(t))) return;   // 목록 안 스크롤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(Date.now() - openedAt &lt; 800) return;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hideList();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}, true);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document.addEventListener('keydown', (e)=&gt;{ if (e.key==='Escape') hideList(); 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혈당관리 플랫폼 S/W · RAG 기반 AI 상담 챗봇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52669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5084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■ 제2부  개인 혈당데이터 분석용 RAG 기반 AI 상담 챗봇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① 질의 접수 및 검색결과 증강 프롬프트 구성 — Augmentation (서버)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@RequestMapping(value = "/blood/chatAsk.do", method = RequestMethod.POST)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@ResponseBody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public ResponseObject chatAsk(HttpSession session, @RequestBody HashMap&lt;String, Object&gt; params)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ResponseObject json = new ResponseObject();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String q = params != null &amp;&amp; params.get("q") != null ? params.get("q").toString().trim() : "";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(q.isEmpty())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json.IsSucceed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json.Message = "질문이 비어 있습니다.";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json;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// 프롬프트 인젝션/과금 폭증 방지를 위한 길이 제한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(q.length() &gt; 500) q = q.substring(0, 500);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(geminiKey == null || geminiKey.isEmpty() || geminiKey.startsWith("YOUR_")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|| geminiUrl == null || geminiUrl.isEmpty())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json.IsSucceed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═══ 프롬프트 — 기획 「AI 응답 Sample」(3차 전달자료_AI, 2026-08-13) 반영 ═══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★수치·유형 판정은 **화면(기존 자료)** 이 하고, LLM 은 **문장만** 만든다.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ctx 에 TIR/TAR/TBR/CV 원값과 우리가 판정한 유형이 실려 온다(_chatCtxText).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⚠LLM 에 판정을 맡기면 같은 수치에 다른 유형이 나온다 — 그래서 「다시 계산하지 말라」고 못박는다.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★답변 골격 = 기획안의 3단계 : ①현재 상태 → ②이유/피드백 → ③유지·개선 행동.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원본 샘플이 그 구조일 때 "사용자가 즉시 이해하고 행동하기에 가장 효과적"이라고 결론냈다.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 systemInstruction =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"너는 당뇨/혈당 관리를 돕는 친절한 한국어 건강 도우미야.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"사용자는 연속혈당측정(CGM)을 사용하는 환자야.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"답변은 의학적 진단이 아니라 일반적인 생활관리 참고용이며, 심한 고혈당·저혈당이나 이상 증상은 반드시 담당 의사와 상담하라고 안내해.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"답변은 100자 내외로 짧게, 줄바꿈은 &lt;br&gt; 태그로 표기해.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"혈당 상태에 대한 질문이면 현재 상태 → 그렇게 보는 이유 → 지금 할 행동 순서로 각각 한 문장씩 써.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"번호(①②③)나 머리기호 없이 자연스러운 문장으로만 써. "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52669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5084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① 질의 접수 및 검색결과 증강 프롬프트 구성 — Augmentation (서버)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"아래 참고 정보는 앱이 이미 계산해 화면에 보여준 판정이야. 다시 계산하거나 바꾸지 말고 그대로 근거로 삼아.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"숫자·퍼센트·지표 이름(TIR/TAR/TBR/CV)은 답변에 쓰지 마 — 수치는 사용자 화면 표가 이미 보여주고 있어.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"판정유형별 방향 — 우수: 현재 식사·운동 유지를 격려 / 고혈당형: 식사량·탄수화물 비율 조절과 식후 걷기 /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"저혈당형: 공복 운동 회피, 운동 전후 혈당 확인, 식사 거르지 않기 / 변동형: 식사·운동 시간을 일정하게.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1036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try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1037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String answer = callGemini(systemInstruction, q);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1038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(answer == null || answer.trim().isEmpty())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json.IsSucceed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json.Message = "LLM 응답 없음";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json;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json.IsSucceed = true;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json.Data = answer.trim();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 json;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 catch (Exception e)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log.error("chatAsk ERROR: " + e.getMessage(), 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json.IsSucceed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json.Message = "LLM 호출 오류";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1050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 json;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② 이용자 연령·당뇨 유형별 관리목표 결합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egovframework.sejong.util.CgmTarget t = egovframework.sejong.util.CgmTarget.of(age, type);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StringBuilder who = new StringBuilder("이 사용자에게 적용되는 관리 목표는 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who.append("TIR ").append(t.tir).append("% 이상, TAR ").append(t.tar).append("% 미만, TBR ").append(t.tbr).append("% 미만")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.append(" (").append(t.name).append(") 이야. 이 목표를 기준으로 말해. 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/* ★단정적인 말투를 쓰지 않게 — 이 앱은 진단을 하는 곳이 아니다.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who.append("상태를 단정하지 말고 '~일 수 있어요', '~ 편이 좋습니다' 처럼 부드럽게 말해. 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who.toString();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1080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 catch (Exception e)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1081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log.warn("userProfileForPrompt 실패(무시하고 진행): {}", e.getMessage());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1082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"";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혈당관리 플랫폼 S/W · RAG 기반 AI 상담 챗봇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52669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5084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② 이용자 연령·당뇨 유형별 관리목표 결합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1083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1084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③ 연령·당뇨 유형별 혈당관리 목표 기준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src/main/java/egovframework/sejong/util/CgmTarget.java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37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/** 나이·당뇨 유형에 맞는 기준. 값이 없으면(null) 일반 기준.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38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public static CgmTarget of(Integer age, String typeName)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(typeName != null &amp;&amp; typeName.startsWith("임신성"))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new CgmTarget("임신 중 기준", 70, 25, 4,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"임신 중에는 목표 범위가 63~140 mg/dL 로 더 좁습니다. 이 화면의 수치는 70~180 기준이라 담당 의사와 함께 확인해 주세요.");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(age != null &amp;&amp; age &gt;= 65)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new CgmTarget("고령 기준", 50, 50, 1,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"나이를 고려해 저혈당을 더 엄격히, 고혈당은 조금 느슨하게 봅니다.");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 new CgmTarget("일반 기준", 70, 25, 4, "");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④ 생성형 AI(Gemini) 호출 — Generation 요청·응답 파싱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genCfg = new JsonObject();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genCfg.addProperty("temperature", 0.4);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추론 토큰도 maxOutputTokens 를 함께 소모하므로 넉넉히 잡는다.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(1024 로 두면 추론에 900+ 를 써버려 답변이 잘림 = finishReason:MAX_TOKENS)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genCfg.addProperty("maxOutputTokens", 2048);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thinking(추론) 최소화 — 단순 건강 Q&amp;A 라 깊은 추론이 불필요.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※ gemini-flash-latest 별칭이 Gemini 3 계열(gemini-3.6-flash)로 바뀌면서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기존 thinkingBudget:0 은 400 INVALID_ARGUMENT 로 거부된다(추론 완전 비활성 불가).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Gemini 3 부터는 thinkingLevel("low"/"high") 을 사용한다.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thinkingCfg = new JsonObject();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thinkingCfg.addProperty("thinkingLevel", "low");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genCfg.add("thinkingConfig", thinkingCfg);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reqBody = new JsonObject();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reqBody.add("system_instruction", sysInstr);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reqBody.add("contents", contents);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reqBody.add("generationConfig", genCfg);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API 키는 헤더(x-goog-api-key)로 전달 (URL 쿼리 노출 방지)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52669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5084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④ 생성형 AI(Gemini) 호출 — Generation 요청·응답 파싱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URL url = new URL(geminiUrl);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HttpURLConnection conn = (HttpURLConnection) url.openConnection();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conn.setRequestMethod("POST");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conn.setRequestProperty("Content-Type", "application/json; charset=UTF-8");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conn.setRequestProperty("x-goog-api-key", geminiKey);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1157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응답 파싱: candidates[0].content.parts[*].text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1158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Gemini 3 는 parts 에 추론 전용 조각(text 없이 thoughtSignature 만)이 섞여 올 수 있어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1159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parts[0] 만 보면 null 이 되므로 text 가 있는 조각을 모두 이어붙인다.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root = gson.fromJson(sb.toString(), JsonObject.class);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JsonArray candidates = root.getAsJsonArray("candidates");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(candidates == null || candidates.size() == 0) return null;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cand = candidates.get(0).getAsJsonObject();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candContent = cand.getAsJsonObject("content");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(candContent == null) return null;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JsonArray parts = candContent.getAsJsonArray("parts");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(parts == null || parts.size() == 0) return null;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StringBuilder text = new StringBuilder();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for (int i = 0; i &lt; parts.size(); i++)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1170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JsonElement textEl = parts.get(i).getAsJsonObject().get("text");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1171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(textEl != null &amp;&amp; !textEl.isJsonNull()) text.append(textEl.getAsString());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⑤ 질의 처리 흐름 — 검색 적중 시 즉답, 미적중 시 생성형 AI (화면)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src/main/webapp/WEB-INF/jsp/main/Blood_Consult.jsp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1427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function sendChat(){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1428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(_chatBusy) return;                 // [2026-08-05] 답변 대기 중 중복 전송 차단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1429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input = document.getElementById('chatInput');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q = (input.value || '').trim(); if(!q) return;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input.value = '';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// 직접 입력으로 다른 질문을 하면 질문칩 잠금 해제(같은 칩을 다시 쓸 수 있게)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(q !== _lastQuickQ) _lastQuickQ = '';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_addMsg(q, true);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// ① 로컬 키워드/데이터 즉답 (blood_qa.js 매칭 + 화면 지표 기반)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local = _chatResponse(q);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(local != null)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_chatBusy = true;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setTimeout(function(){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_addMsg(local, false); _chatBusy = false;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혈당관리 플랫폼 S/W · RAG 기반 AI 상담 챗봇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50383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4855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⑤ 질의 처리 흐름 — 검색 적중 시 즉답, 미적중 시 생성형 AI (화면)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src/main/webapp/WEB-INF/jsp/main/Blood_Consult.jsp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/* [2026-08-13] "내 최고혈당 관련 운동, 식사 가이드"처럼 수치+가이드를 함께 물으면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수치 즉답으로 끝내지 않고 LLM 가이드 답변을 이어붙인다(사용자 지적).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화면의 주의음식·추천운동 TOP3 도 참고자료로 함께 넘긴다.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if (_chatLLMFollow) { _chatLLMFollow = false; _askLLM(q, _chatGuideCtx());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}, 280);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return;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⑥ AI 참고자료 생성 및 혈당 유형 4분류 자동 판정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src/main/webapp/WEB-INF/jsp/main/Blood_Consult.jsp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function _chatCtxText(){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tir = _metricNum('tir'), tar = _metricNum('tar'), tbr = _metricNum('tbr'), cv = _metricNum('cv');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(tir == null &amp;&amp; tar == null &amp;&amp; tbr == null &amp;&amp; cv == null) return '';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parts = [];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(tir != null) parts.push(tir &gt;= 70 ? '목표범위 유지 양호' : (tir &gt;= 50 ? '목표범위 유지 다소 부족' : '목표범위 유지 낮음'));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(tar != null) parts.push(tar &gt;= 25 ? '고혈당 시간 김'     : (tar &gt;= 10 ? '고혈당 시간 다소 있음'   : '고혈당 거의 없음'));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(tbr != null) parts.push(tbr &gt;= 4  ? '저혈당 반복'        : (tbr &gt;= 1  ? '저혈당 가끔'             : '저혈당 거의 없음'));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(cv  != null) parts.push(cv  &gt; 36  ? '혈당 변동 큼'       : '혈당 변동 안정적');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t = _chatGlucoseType(tir, tar, tbr, cv);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return parts.join(' / ') + (t ? (' / 판정유형 ' + t) : '');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 혈당 유형 자동 판정 — 기획안 §「혈당 유형 자동 판정」 4유형.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★판정은 **우리가 한다**(대한당뇨병학회 CGM 기준: TIR≥70·TAR&lt;25·TBR&lt;4·CV≤36).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LLM 에 맡기면 같은 수치에 다른 유형이 나올 수 있다 — 수치·판정은 기존 자료, 문장만 AI.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function _chatGlucoseType(tir, tar, tbr, cv){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(tir == null &amp;&amp; tar == null &amp;&amp; tbr == null) return '';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(tbr != null &amp;&amp; tbr &gt;= 4)  return '저혈당형';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(tar != null &amp;&amp; tar &gt;= 25) return '고혈당형';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(cv  != null &amp;&amp; cv  &gt; 36)  return '변동형';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(tir != null &amp;&amp; tir &gt;= 70) return '우수';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return '변동형';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50383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4855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⑦ 지식베이스 검색 — Retrieval (키워드 가중치 점수제)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src/main/webapp/WEB-INF/jsp/main/Blood_Consult.jsp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1729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bestItem = null, bestScore = 0, bestMaxLen = 0, secondScore = 0;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for (var i = 0; i &lt; BLOOD_QA.length; i++)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var item = BLOOD_QA[i];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(!item || !item.kw) continue;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var score = 0, maxLen = 0;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for (var j = 0; j &lt; item.kw.length; j++)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var kw = String(item.kw[j]).toLowerCase();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if (kw &amp;&amp; q.indexOf(kw) !== -1)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score += kw.length;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if (kw.length &gt; maxLen) maxLen = kw.length;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(score &gt; bestScore)        { secondScore = bestScore; bestItem = item; bestScore = score; bestMaxLen = maxLen;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else if (score &gt; secondScore) { secondScore = score;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(bestItem &amp;&amp; bestMaxLen &gt;= 2 &amp;&amp; bestScore &gt;= secondScore + 2)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 bestItem.a;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⑧ 혈당 지식베이스(Knowledge Base) 자료 구조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src/main/webapp/asset/js/blood_qa.js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 =====================================================================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혈당 Q&amp;A 지식베이스 (데이터)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---------------------------------------------------------------------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· 새 질문/답변을 추가하려면 아래 BLOOD_QA 배열에 항목만 추가하세요.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(소스 로직 수정 불필요 — 이 파일만 편집)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· 형식:  { kw: ['키워드1','키워드2', ...], a: '답변 HTML'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- kw : 질문에 이 키워드 중 하나라도 포함되면 매칭 (대소문자 무시)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- a  : 표시할 답변 (HTML 허용, 줄바꿈은 &lt;br&gt;)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· 위에 있는 항목이 먼저 매칭됩니다. 더 구체적인 항목을 위쪽에 두세요.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10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· 영문 키워드는 소문자로 작성하세요 (예: 'hba1c').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11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· "오늘 평균/최고/최저/추이" 같은 데이터 계산형 답변은 코드(_chatResponse)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12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에서 처리하므로 여기에 넣지 않습니다.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13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=====================================================================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14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var BLOOD_QA = [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98464"/>
            <a:ext cx="9905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850" b="0">
                <a:solidFill>
                  <a:srgbClr val="808690"/>
                </a:solidFill>
                <a:latin typeface="Calibri"/>
              </a:rPr>
              <a:t>※ 각 코드 왼쪽 번호는 해당 파일 내 실제 줄번호이며, 가독성을 위해 발췌 구간의 공통 들여쓰기만 제거하였다. 접속정보·인증키가 포함된 설정 파일은 발췌 대상에서 제외하였고, 인증키는 소스가 아닌 실행 환경의 환경변수로 주입된다.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